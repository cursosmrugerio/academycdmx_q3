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Title/intro examples" id="{EAFC2341-9A9E-4C28-BFFA-6B825D0AC4BA}">
          <p14:sldIdLst/>
        </p14:section>
        <p14:section name="Section divider examples" id="{A9F40A45-B498-491F-B229-1F4185ACF804}">
          <p14:sldIdLst/>
        </p14:section>
        <p14:section name="Content slide examples" id="{C335665F-6942-4633-9A59-9BC53EDA1E36}">
          <p14:sldIdLst/>
        </p14:section>
        <p14:section name="Closing slide example" id="{11C5BCDD-05AC-405B-8582-D9D1C38F3D1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70" autoAdjust="0"/>
    <p:restoredTop sz="94645" autoAdjust="0"/>
  </p:normalViewPr>
  <p:slideViewPr>
    <p:cSldViewPr snapToGrid="0" showGuides="1">
      <p:cViewPr varScale="1">
        <p:scale>
          <a:sx n="96" d="100"/>
          <a:sy n="96" d="100"/>
        </p:scale>
        <p:origin x="184" y="8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6CEDD-D60A-2906-FFAB-491DC172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PROCESO GLOBALES APX</a:t>
            </a:r>
            <a:r>
              <a:rPr lang="es-MX" dirty="0"/>
              <a:t>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B53FB2-98CB-6107-E876-B0C3A1A9A7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F81EFC-2785-EE90-AA58-90E35CCED733}"/>
              </a:ext>
            </a:extLst>
          </p:cNvPr>
          <p:cNvSpPr txBox="1"/>
          <p:nvPr/>
        </p:nvSpPr>
        <p:spPr>
          <a:xfrm>
            <a:off x="9738360" y="66294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s-MX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77FB02-7F0A-8332-798D-124B363C18C5}"/>
              </a:ext>
            </a:extLst>
          </p:cNvPr>
          <p:cNvSpPr txBox="1"/>
          <p:nvPr/>
        </p:nvSpPr>
        <p:spPr>
          <a:xfrm>
            <a:off x="9966960" y="65951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s-MX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2324D4-BF03-A743-9729-D71706EC97F0}"/>
              </a:ext>
            </a:extLst>
          </p:cNvPr>
          <p:cNvSpPr txBox="1"/>
          <p:nvPr/>
        </p:nvSpPr>
        <p:spPr>
          <a:xfrm>
            <a:off x="2880360" y="6400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s-MX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D00BF45-1165-1359-60D5-D0A8CD642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60" y="1181100"/>
            <a:ext cx="8822079" cy="486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0BA4117-0F20-B353-376E-D3B2E1A3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53" y="370696"/>
            <a:ext cx="11020920" cy="6116608"/>
          </a:xfrm>
          <a:prstGeom prst="rect">
            <a:avLst/>
          </a:prstGeom>
          <a:noFill/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90F5612-03F3-7481-BD92-AFD25347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7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0A8C9-96AC-E243-9DBA-0D27AE6E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F2E69DA-0F55-CD5D-79BA-96787C427F8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6887" y="166807"/>
            <a:ext cx="11358225" cy="6187244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719BC3-82B1-FCD9-5CC8-A56795EB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5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8D1B5-2C45-646D-396A-CD70883C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B2C1D3-5E11-CAD7-A4A8-1CB40A62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54" y="352202"/>
            <a:ext cx="11103746" cy="61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2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C9AE2B3-2273-5364-D582-1433DD9226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1143000" y="154417"/>
            <a:ext cx="10928350" cy="6174517"/>
          </a:xfrm>
          <a:prstGeom prst="rect">
            <a:avLst/>
          </a:prstGeom>
          <a:noFill/>
        </p:spPr>
      </p:pic>
      <p:sp>
        <p:nvSpPr>
          <p:cNvPr id="4" name="Marcador de número de diapositiva 3" hidden="1">
            <a:extLst>
              <a:ext uri="{FF2B5EF4-FFF2-40B4-BE49-F238E27FC236}">
                <a16:creationId xmlns:a16="http://schemas.microsoft.com/office/drawing/2014/main" id="{8B8152E8-5BC6-C0AD-2A01-E3926FDE26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5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6E1C6-5A40-8387-DE0C-FA83C403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DE1EC31-E63F-A8D4-A716-61B36802A0F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21056" y="304550"/>
            <a:ext cx="10949888" cy="617245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03EA15-0378-11AD-F7F7-9E07BCAE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13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8A0E20C-25B6-875F-38A3-93C3B4D1F78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1143000" y="154417"/>
            <a:ext cx="10928350" cy="6174517"/>
          </a:xfrm>
          <a:prstGeom prst="rect">
            <a:avLst/>
          </a:prstGeom>
          <a:noFill/>
        </p:spPr>
      </p:pic>
      <p:sp>
        <p:nvSpPr>
          <p:cNvPr id="4" name="Marcador de número de diapositiva 3" hidden="1">
            <a:extLst>
              <a:ext uri="{FF2B5EF4-FFF2-40B4-BE49-F238E27FC236}">
                <a16:creationId xmlns:a16="http://schemas.microsoft.com/office/drawing/2014/main" id="{DC96B811-B684-5AAE-3117-A935CD6253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F7E73-2909-A51A-264C-86FDB435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35BAD86-0267-D6E8-186C-807ADADEAB3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13433" y="381000"/>
            <a:ext cx="10671313" cy="605819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BEB0B-D733-0A33-0D0F-D2629889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3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6E39F0C-7FDE-4426-8944-F834C248DD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1143000" y="140757"/>
            <a:ext cx="10928350" cy="6201837"/>
          </a:xfrm>
          <a:prstGeom prst="rect">
            <a:avLst/>
          </a:prstGeom>
          <a:noFill/>
        </p:spPr>
      </p:pic>
      <p:sp>
        <p:nvSpPr>
          <p:cNvPr id="4" name="Marcador de número de diapositiva 3" hidden="1">
            <a:extLst>
              <a:ext uri="{FF2B5EF4-FFF2-40B4-BE49-F238E27FC236}">
                <a16:creationId xmlns:a16="http://schemas.microsoft.com/office/drawing/2014/main" id="{B16CAFA1-A84C-EDE9-B320-0C19AE676D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4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C1D70-3F17-811D-09D1-9401360B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SUBPROCESOS DE EJECUCIÓN DE PRUEBAS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695F43D-9C61-457D-9A1C-5E601F229AE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43199" y="927651"/>
            <a:ext cx="9626018" cy="5340229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70FA48-828E-545D-BA9F-BEAA12F5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8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7A894-7D92-E4E9-C19A-13F5CDD1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 anchor="t">
            <a:normAutofit/>
          </a:bodyPr>
          <a:lstStyle/>
          <a:p>
            <a:r>
              <a:rPr lang="es-MX" dirty="0"/>
              <a:t>SUBPROCESO LIBERACIÓN A PRODUCCIÓN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6BD82EAF-5E77-4579-2EDD-6CC4F034B5C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53851" y="779372"/>
            <a:ext cx="10084297" cy="5697628"/>
          </a:xfrm>
          <a:prstGeom prst="rect">
            <a:avLst/>
          </a:prstGeom>
          <a:noFill/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4BAAA6-46DF-ACFF-3500-36B83DAA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048EA-CC5E-6AF9-3C20-C59B4FE3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764E254-7BF3-0F65-3405-2CEFFA774FB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67659" y="381000"/>
            <a:ext cx="10817087" cy="601782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5871CE-2313-49E2-26FC-1ED65D1D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97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FD66997-4853-1656-8680-06864D412A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1143000" y="181738"/>
            <a:ext cx="10928350" cy="6119874"/>
          </a:xfrm>
          <a:prstGeom prst="rect">
            <a:avLst/>
          </a:prstGeom>
          <a:noFill/>
        </p:spPr>
      </p:pic>
      <p:sp>
        <p:nvSpPr>
          <p:cNvPr id="4" name="Marcador de número de diapositiva 3" hidden="1">
            <a:extLst>
              <a:ext uri="{FF2B5EF4-FFF2-40B4-BE49-F238E27FC236}">
                <a16:creationId xmlns:a16="http://schemas.microsoft.com/office/drawing/2014/main" id="{FFE4E1F6-478B-2420-807B-6E38C16CBE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8298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6E8BD94-4C5F-4212-A7B2-A3B236677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55</TotalTime>
  <Words>25</Words>
  <Application>Microsoft Macintosh PowerPoint</Application>
  <PresentationFormat>Panorámica</PresentationFormat>
  <Paragraphs>16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Palatino Linotype</vt:lpstr>
      <vt:lpstr>System Font</vt:lpstr>
      <vt:lpstr>Accenture 2020</vt:lpstr>
      <vt:lpstr>PROCESO GLOBALES APX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SUBPROCESOS DE EJECUCIÓN DE PRUEBAS</vt:lpstr>
      <vt:lpstr>SUBPROCESO LIBERACIÓN A PRODUCCIÓN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Muñoz, Gus</dc:creator>
  <cp:lastModifiedBy>Muñoz, Gus</cp:lastModifiedBy>
  <cp:revision>1</cp:revision>
  <cp:lastPrinted>2020-11-17T04:05:48Z</cp:lastPrinted>
  <dcterms:created xsi:type="dcterms:W3CDTF">2026-03-20T15:01:54Z</dcterms:created>
  <dcterms:modified xsi:type="dcterms:W3CDTF">2026-03-20T15:57:14Z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